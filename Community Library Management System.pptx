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fff7e373-00ab-48a7-a278-3fb9425a3314.fntdata" /><ns0:Relationship Id="rIdFont19" Type="http://schemas.openxmlformats.org/officeDocument/2006/relationships/font" Target="fonts/bfb966b3-7333-4f14-b4b7-f20d764b5ba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194720"/>
            <a:ext cx="8096250" cy="790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94720"/>
            <a:ext cx="80962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872704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JAVA CONSOLE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96554"/>
            <a:ext cx="8601075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Community 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75595"/>
            <a:ext cx="77390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An Object-Oriented Inventory &amp; Circulation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32845"/>
            <a:ext cx="1162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GUIDED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23345"/>
            <a:ext cx="11620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Dr. Sreeram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4432845"/>
            <a:ext cx="254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900" y="4623345"/>
            <a:ext cx="2133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2620090091 - Sai Sathwik</a:t>
            </a:r>
            <a:r>
              <a:t>
</a:t>
            </a:r>
            <a:r>
              <a:rPr b="1" sz="1125" i="0" u="none">
                <a:solidFill>
                  <a:srgbClr val="F1F5F9"/>
                </a:solidFill>
                <a:latin typeface="Plus Jakarta Sans"/>
              </a:rPr>
              <a:t> 2620030686 - K. Mokshagna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2712"/>
            <a:ext cx="3505200" cy="1762125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52712"/>
            <a:ext cx="3505200" cy="1762125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52712"/>
            <a:ext cx="3505200" cy="1762125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67037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67037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67037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Project Overview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133600" y="60769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2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861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Book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004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Manage catalog records and real-time availability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3861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Member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7004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Register community members and maintain profiles.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3861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Circulation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7004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Streamline book issuing and return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1550" y="2881312"/>
            <a:ext cx="2857500" cy="1304925"/>
          </a:xfrm>
          <a:prstGeom prst="roundRect">
            <a:avLst>
              <a:gd name="adj" fmla="val 875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67250" y="2881312"/>
            <a:ext cx="2857500" cy="1304925"/>
          </a:xfrm>
          <a:prstGeom prst="roundRect">
            <a:avLst>
              <a:gd name="adj" fmla="val 875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62950" y="2881312"/>
            <a:ext cx="2857500" cy="1304925"/>
          </a:xfrm>
          <a:prstGeom prst="roundRect">
            <a:avLst>
              <a:gd name="adj" fmla="val 875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0" y="3419475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550" y="3419475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Object-Oriented Class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133600" y="60769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3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610" y="3157537"/>
            <a:ext cx="30253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4ADE80"/>
                </a:solidFill>
                <a:latin typeface="Plus Jakarta Sans"/>
              </a:rPr>
              <a:t>Book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9643" y="3490912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- bookId, title, author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643" y="372903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- isAvailable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3310" y="3157537"/>
            <a:ext cx="30253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0A5FA"/>
                </a:solidFill>
                <a:latin typeface="Plus Jakarta Sans"/>
              </a:rPr>
              <a:t>Member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5343" y="3490912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- memberId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343" y="372903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-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010" y="3157537"/>
            <a:ext cx="30253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C084FC"/>
                </a:solidFill>
                <a:latin typeface="Plus Jakarta Sans"/>
              </a:rPr>
              <a:t>LibrarySystem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043" y="3490912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- ArrayList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043" y="372903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- ArrayList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657475"/>
            <a:ext cx="5648325" cy="1752600"/>
          </a:xfrm>
          <a:prstGeom prst="roundRect">
            <a:avLst>
              <a:gd name="adj" fmla="val 65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3925" y="2707034"/>
            <a:ext cx="583108" cy="295275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98502"/>
            <a:ext cx="15240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31877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65252"/>
            <a:ext cx="15240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Book Entity &amp;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133600" y="60769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4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716559"/>
            <a:ext cx="5114925" cy="558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The class encapsulates unique identifiers, bibliographic metadata, and real-time circulation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2971800"/>
            <a:ext cx="5943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Core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362325"/>
            <a:ext cx="5943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"/>
              </a:rPr>
              <a:t>displayBookInfo()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3695700"/>
            <a:ext cx="51149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Formats and prints book records with conditional status indicators ("Available" vs "Issued").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2745134"/>
            <a:ext cx="7164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monospace"/>
              </a:rPr>
              <a:t>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465165"/>
            <a:ext cx="6274593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bookId: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Unique integer identifier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798540"/>
            <a:ext cx="6274593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title &amp; author: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Book description strings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131915"/>
            <a:ext cx="6274593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isAvailable: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Boolean availability flag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1275"/>
            <a:ext cx="5648325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62725" y="3683198"/>
            <a:ext cx="5019675" cy="7239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77050" y="2650777"/>
            <a:ext cx="788789" cy="295275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81375"/>
            <a:ext cx="95250" cy="95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714750"/>
            <a:ext cx="95250" cy="95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048125"/>
            <a:ext cx="95250" cy="95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Member Entity &amp;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133600" y="60769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5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895600"/>
            <a:ext cx="65883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Attributes &amp;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660302"/>
            <a:ext cx="5114925" cy="832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The class holds community user credentials, enabling structured lookup and tracking across library operations.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286125"/>
            <a:ext cx="6274593" cy="2190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memberId: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Unique borrower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19500"/>
            <a:ext cx="6274593" cy="2190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name: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Registered member full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952875"/>
            <a:ext cx="6274593" cy="2190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displayMemberInfo():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Renders profile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0" y="2688877"/>
            <a:ext cx="9221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monospace"/>
              </a:rPr>
              <a:t>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845123"/>
            <a:ext cx="47148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Stored dynamically in memory using robust Java </a:t>
            </a:r>
            <a:r>
              <a:rPr b="0" sz="1200" i="0" u="none">
                <a:solidFill>
                  <a:srgbClr val="4ADE80"/>
                </a:solidFill>
                <a:latin typeface="Plus Jakarta Sans"/>
              </a:rPr>
              <a:t>ArrayList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structures.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3200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43200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43200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Inventory &amp; Member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133600" y="60769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6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0575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Add Book Routine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409950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Prompts user for Book ID, Title, and Author, instantly instantiating and appending to </a:t>
            </a:r>
            <a:r>
              <a:rPr b="0" sz="1200" i="0" u="none">
                <a:solidFill>
                  <a:srgbClr val="38BDF8"/>
                </a:solidFill>
                <a:latin typeface="Plus Jakarta Sans"/>
              </a:rPr>
              <a:t>bookList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0575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Register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409950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Collects Member ID and Name, registering new participants into the active </a:t>
            </a:r>
            <a:r>
              <a:rPr b="0" sz="1200" i="0" u="none">
                <a:solidFill>
                  <a:srgbClr val="38BDF8"/>
                </a:solidFill>
                <a:latin typeface="Plus Jakarta Sans"/>
              </a:rPr>
              <a:t>memberList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0575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Inventory Viewing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409950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Iterates through records to display comprehensive status lists with safety checks for empty states.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8900"/>
            <a:ext cx="5334000" cy="1809750"/>
          </a:xfrm>
          <a:prstGeom prst="roundRect">
            <a:avLst>
              <a:gd name="adj" fmla="val 631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28900"/>
            <a:ext cx="5334000" cy="1809750"/>
          </a:xfrm>
          <a:prstGeom prst="roundRect">
            <a:avLst>
              <a:gd name="adj" fmla="val 631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81325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981325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Circulation Workflow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133600" y="60769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7 of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943225"/>
            <a:ext cx="6175771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Issue Book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943225"/>
            <a:ext cx="5629275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Return Book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33750"/>
            <a:ext cx="588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1. Search book by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629025"/>
            <a:ext cx="588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2. Validate existence &amp;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924300"/>
            <a:ext cx="588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3. Update </a:t>
            </a:r>
            <a:r>
              <a:rPr b="0" sz="1200" i="0" u="none">
                <a:solidFill>
                  <a:srgbClr val="38BDF8"/>
                </a:solidFill>
                <a:latin typeface="Plus Jakarta Sans"/>
              </a:rPr>
              <a:t>isAvailable =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333750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1. Search book by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629025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2. Confirm active issued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924300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3. Update </a:t>
            </a:r>
            <a:r>
              <a:rPr b="0" sz="1200" i="0" u="none">
                <a:solidFill>
                  <a:srgbClr val="38BDF8"/>
                </a:solidFill>
                <a:latin typeface="Plus Jakarta Sans"/>
              </a:rPr>
              <a:t>isAvailable =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75" y="1976437"/>
            <a:ext cx="4895850" cy="3067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Plus Jakarta Sans"/>
              </a:rPr>
              <a:t>Console Execution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133600" y="62293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1275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81275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19462"/>
            <a:ext cx="15240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652837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986212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319462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3652837"/>
            <a:ext cx="1905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3986212"/>
            <a:ext cx="1714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Advantages &amp; 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133600" y="60769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9 of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895600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Key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895600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286125"/>
            <a:ext cx="5881687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Plus Jakarta Sans"/>
              </a:rPr>
              <a:t>Lightweight &amp; Fast Console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19500"/>
            <a:ext cx="5881687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Plus Jakarta Sans"/>
              </a:rPr>
              <a:t>Clean Object-Oriented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952875"/>
            <a:ext cx="5881687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Plus Jakarta Sans"/>
              </a:rPr>
              <a:t>Robust Input Error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86125"/>
            <a:ext cx="5629275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Plus Jakarta Sans"/>
              </a:rPr>
              <a:t>Database Integration (MySQL)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619500"/>
            <a:ext cx="5629275" cy="219075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Plus Jakarta Sans"/>
              </a:rPr>
              <a:t>JavaFX / Swing GUI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952875"/>
            <a:ext cx="5629275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Plus Jakarta Sans"/>
              </a:rPr>
              <a:t>Due Dates &amp; Fine Calculations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47875" y="4062412"/>
            <a:ext cx="8096250" cy="600075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405062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262" y="2595562"/>
            <a:ext cx="371475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Project Source Code &amp;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133600" y="6076950"/>
            <a:ext cx="1371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10 of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3395662"/>
            <a:ext cx="83343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Plus Jakarta Sans"/>
              </a:rPr>
              <a:t>Access the complete Java source code, documentation, and version history on GitHub: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643" y="4252912"/>
            <a:ext cx="951071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 https://github.com/kallurumokshagnareddy-spec/community-library-management-system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62250" y="3800475"/>
            <a:ext cx="66675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62250" y="3800475"/>
            <a:ext cx="666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20803" y="2409825"/>
            <a:ext cx="3150393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0359" y="3181350"/>
            <a:ext cx="2631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2325" y="4038600"/>
            <a:ext cx="1162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GUIDED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2325" y="4248150"/>
            <a:ext cx="11620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1F5F9"/>
                </a:solidFill>
                <a:latin typeface="Plus Jakarta Sans"/>
              </a:rPr>
              <a:t>Dr. Sreeram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6237" y="4038600"/>
            <a:ext cx="5000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6237" y="4248150"/>
            <a:ext cx="5000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1F5F9"/>
                </a:solidFill>
                <a:latin typeface="Plus Jakarta Sans"/>
              </a:rPr>
              <a:t>2620090091 - Sai Sathwik | 2620030686 - K. Mokshagna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